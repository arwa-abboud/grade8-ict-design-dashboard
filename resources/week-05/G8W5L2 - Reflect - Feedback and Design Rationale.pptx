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GRADE 8 ICT/DESIGN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2: Reflect: Feedback and Design Rationale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8 - ICT/Design   •   Term 1,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Give and receive specific feedback on prototypes.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Explain a design change with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gave specific, useful feedback to at least 2 other groups.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My design rationale explains a change and why, linked to a user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Specific, useful comments from someone else about how well something is working.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Design Rationale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reasons behind a design decision: explaining WHY you made a choice, not just what you made.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Specific, useful comments from someone else about how well something is working.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Specific; about how something works; from someone else.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"This button is hard to find because it's the same color as the background."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vague comment like "looks cool."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values of tolerance and respect: giving feedback kindly, and listening openly to other points of view even when they differ from our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30-Second Share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Show your prototype to the person next to you for 30 seconds.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What's the first question they ask?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Specific vs. Vague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Stems: "I noticed..."   "Have you considered...?"   "What would happen if...?"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Specific: "The pocket is hard to reach because it's on the back."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Vague: "Looks cool."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Design Charrette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Rotate to 2-3 other groups' prototypes.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Leave feedback on each: What works? What's unclear? What would you change?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Design Rationale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 the feedback you received.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your design rationale: one change you'll make, and why, linked to your user's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Design Charrette, Feedback and Rationale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8W5L2 - Design Charrette - Feedback and Rationale 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Formal Check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Formal Week 5 formative check: submit your prototype reflection via Toddle.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