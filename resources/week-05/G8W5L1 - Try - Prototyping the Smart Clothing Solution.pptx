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GRADE 8 ICT/DESIGN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1: Try: Prototyping the Smart Clothing Solution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8 - ICT/Design   •   Term 1,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Turn our focus need into a first prototype.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Label how each part meets our design criteria.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My prototype is a genuine attempt to address our need.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My prototype is labeled so someone else can understand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An early, rough version of a design built to test an idea before making the real 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Making a design better through repeated rounds of trying, testing, and improving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early, rough version of a design built to test an idea before making the real 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Rough, early, quick to make; meant to be tested, not perfect.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paper sketch of an app screen.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final, polished, published app.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spirit of innovation: the UAE often pilots new ideas on a small scale, tests them, and improves them before launching them nationwide. A prototype is our small-scale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Back to Your Focus Need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Get out your Week 4 planning sheet.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Remind your group: what is your focus need, and what are your 2-3 criteria?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What Is a Prototype?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Today we turn last week's idea into a quick, rough prototype.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It doesn't need to be perfect. It needs to test the idea.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We expect to change it later. That's iteration.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Pick the Idea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As a group, look at your initial ideas from Week 4.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Agree on one idea to prototype and decide who draws which 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Sketch &amp; Label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Sketch your smart clothing prototype.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arrows and labels showing which part meets which criterion.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Prototyping, Prototype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8W5L1 - Prototyping the Smart Clothing Solution - Prototype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What's the part of your prototype you're least sure will 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