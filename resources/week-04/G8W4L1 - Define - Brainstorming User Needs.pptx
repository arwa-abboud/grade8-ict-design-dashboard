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grade 8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grade 8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Shape 1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6" name="Text 2"/>
          <p:cNvSpPr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8 ICT/DESIGN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1: Define: Brainstorming User Needs</a:t>
            </a:r>
            <a:endParaRPr lang="en-US" sz="2100" dirty="0"/>
          </a:p>
        </p:txBody>
      </p:sp>
      <p:sp>
        <p:nvSpPr>
          <p:cNvPr id="8" name="Shape 4"/>
          <p:cNvSpPr/>
          <p:nvPr/>
        </p:nvSpPr>
        <p:spPr>
          <a:xfrm>
            <a:off x="411480" y="2606040"/>
            <a:ext cx="8321040" cy="0"/>
          </a:xfrm>
          <a:prstGeom prst="line">
            <a:avLst/>
          </a:prstGeom>
          <a:noFill/>
          <a:ln w="12700">
            <a:solidFill>
              <a:srgbClr val="0F9ED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Abboud   •   Grade 8 - ICT/Design   •   Term 1, Week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grade 8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grade 8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 - We Are Learning To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38912" y="1892808"/>
            <a:ext cx="38313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 a wide range of user needs for a design challenge.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Categorize related needs into clear, logical groups.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2" name="Text 8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WILF - What I'm Looking For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73752" y="1892808"/>
            <a:ext cx="38313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a wide range of ideas, not just 1-2.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categories are logical and clearly labeled.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grade 8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grade 8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Vocabulary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420624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20624" y="18653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design process, clearly stating what problem you're solving and for whom.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709160" y="1499616"/>
            <a:ext cx="4160520" cy="91440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709160" y="1499616"/>
            <a:ext cx="6400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2" name="Text 8"/>
          <p:cNvSpPr/>
          <p:nvPr/>
        </p:nvSpPr>
        <p:spPr>
          <a:xfrm>
            <a:off x="4855464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55464" y="18653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as many ideas as possible without judging them yet.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grade 8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grade 8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Frayer Model: Brainstorm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20624" y="1837944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as many ideas as possible without judging them yet.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2" name="Text 8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idea is 'wrong' during brainstorming; quantity over quality at first; judging comes later.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2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20624" y="3419856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10 different user needs on sticky notes, even ones you're not sure about.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9" name="Shape 15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6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NON-EXAMPLES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 after 2 ideas because you think they're 'good enough'.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3977640" y="2779776"/>
            <a:ext cx="1188720" cy="402336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23" name="Text 19"/>
          <p:cNvSpPr/>
          <p:nvPr/>
        </p:nvSpPr>
        <p:spPr>
          <a:xfrm>
            <a:off x="3977640" y="277977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grade 8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grade 8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Identity Integration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/>
        </p:spPr>
      </p:sp>
      <p:sp>
        <p:nvSpPr>
          <p:cNvPr id="7" name="Shape 3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5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10" name="Shape 6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/>
        </p:spPr>
      </p:sp>
      <p:sp>
        <p:nvSpPr>
          <p:cNvPr id="12" name="Text 8"/>
          <p:cNvSpPr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values of tolerance and community: genuinely listening to and representing needs different from your own before designing a solution.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grade 8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grade 8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Engage &amp; Ask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Challenge: Smart Clothing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today's challenge: designing 'smart clothing' for a specific group of users.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design for this group over the next 2 lessons.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grade 8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grade 8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35 - 45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Do: Introduce the Challenge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the smart clothing design challenge - you'll design for a real group of users over the next 2 lessons.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 rule: generate ideas without judging them yet - quantity first.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grade 8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grade 8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35 - 45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Do: Brainstorm as a Group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groups, brainstorm as many possible user needs as possible - one idea per sticky note.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for 8+ ideas before you stop.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grade 8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grade 8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35 - 45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Do: Cluster &amp; Discuss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your sticky notes into 3-4 labeled categories.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Discuss: which categories matter most?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Brainstorming User Needs, Recording Sheet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C"/>
            </a:solidFill>
            <a:prstDash val="solid"/>
          </a:ln>
        </p:spPr>
      </p:sp>
      <p:pic>
        <p:nvPicPr>
          <p:cNvPr id="14" name="Image 2" descr="C:\Users\a.abboud\Desktop\grade 8\resources\week-04\scratch\assets\G8W4L1 - Brainstorming User Needs - Recording Sheet_cropp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016" y="1792224"/>
            <a:ext cx="1821257" cy="23682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grade 8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grade 8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&amp; Extend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category of needs does your group think matters most, and why?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2026-09-15T06:55:29Z</dcterms:created>
  <dcterms:modified xsi:type="dcterms:W3CDTF">2026-09-15T06:55:29Z</dcterms:modified>
</cp:coreProperties>
</file>