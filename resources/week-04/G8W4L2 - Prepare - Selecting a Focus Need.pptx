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Shape 1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6" name="Text 2"/>
          <p:cNvSpPr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8 ICT/DESIGN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8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Prepare: Selecting a Focus Need</a:t>
            </a:r>
            <a:endParaRPr lang="en-US" sz="2100" dirty="0"/>
          </a:p>
        </p:txBody>
      </p:sp>
      <p:sp>
        <p:nvSpPr>
          <p:cNvPr id="8" name="Shape 4"/>
          <p:cNvSpPr/>
          <p:nvPr/>
        </p:nvSpPr>
        <p:spPr>
          <a:xfrm>
            <a:off x="411480" y="2606040"/>
            <a:ext cx="8321040" cy="0"/>
          </a:xfrm>
          <a:prstGeom prst="line">
            <a:avLst/>
          </a:prstGeom>
          <a:noFill/>
          <a:ln w="12700">
            <a:solidFill>
              <a:srgbClr val="0F9ED5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C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Abboud   •   Grade 8 - ICT/Design   •   Term 1, Week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 - We Are Learning To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3891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and justify one focus need from yesterday's categories.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design criteria and prepare an initial solution idea.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WILF - What I'm Looking For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73752" y="1892808"/>
            <a:ext cx="383133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focus need is specific and clearly stated.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design criteria are measurable/checkable, not vague.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Vocabulary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420624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20624" y="18653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of related ideas or items, organized so they're easier to think about together.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2" name="Text 8"/>
          <p:cNvSpPr/>
          <p:nvPr/>
        </p:nvSpPr>
        <p:spPr>
          <a:xfrm>
            <a:off x="4855464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55464" y="18653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 standards or requirements a solution needs to meet to be considered successful.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Frayer Model: Criteria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7" name="Shape 3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4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20624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 standards or requirements a solution needs to meet to be considered successful.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12" name="Text 8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and checkable, not vague; usually follows a 'must ___ so that ___' pattern.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2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20624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distribute weight across both shoulders, so it doesn't strain one side of the back.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9" name="Shape 15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6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NON-EXAMPLES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be 'nice to use' - too vague to check.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069080" y="2779776"/>
            <a:ext cx="1005840" cy="402336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23" name="Text 19"/>
          <p:cNvSpPr/>
          <p:nvPr/>
        </p:nvSpPr>
        <p:spPr>
          <a:xfrm>
            <a:off x="4069080" y="277977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Identity Integration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7" name="Shape 3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5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10" name="Shape 6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Shape 7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commitment to inclusive design: choosing and justifying criteria that ensure a solution truly serves its intended user group.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• Engage &amp; Ask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Recall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were your group's top 2-3 categories from yesterday?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35 - 45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Do: Introducing Design Criteria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criteria are the specific things a good solution MUST do - not vague wishes.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'The solution must ___ so that ___.'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35 - 45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Do: Review &amp; Discuss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review their categorized needs together and discuss which one to select as their focus.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CORE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Release of Responsibility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35 - 45 minutes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1" name="Text 7"/>
          <p:cNvSpPr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●"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Do: Focus, Criteria &amp; Sketch</a:t>
            </a:r>
            <a:endParaRPr lang="en-US" sz="15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one focus need, write 2-3 design criteria, and sketch an initial solution idea.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Selecting a Focus Need, Planning Sheet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EC"/>
            </a:solidFill>
            <a:prstDash val="solid"/>
          </a:ln>
        </p:spPr>
      </p:sp>
      <p:pic>
        <p:nvPicPr>
          <p:cNvPr id="14" name="Image 2" descr="C:\Users\a.abboud\Desktop\grade 8\resources\week-04\scratch\assets\G8W4L2 - Selecting a Focus Need - Planning Sheet_cropp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239" y="1792224"/>
            <a:ext cx="2030810" cy="23682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.abboud\Desktop\grade 8\resources\week-04\scratch\assets\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C:\Users\a.abboud\Desktop\grade 8\resources\week-04\scratch\assets\foo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/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&amp; Extend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CFE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5 - 10 minutes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/>
        </p:spPr>
      </p:sp>
      <p:sp>
        <p:nvSpPr>
          <p:cNvPr id="10" name="Text 6"/>
          <p:cNvSpPr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6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Check</a:t>
            </a:r>
            <a:endParaRPr lang="en-US" sz="1800" dirty="0"/>
          </a:p>
          <a:p>
            <a:pPr indent="0" marL="0">
              <a:lnSpc>
                <a:spcPts val="26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Week 4 formative check: submit your focus need + criteria via Toddle.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2026-09-15T06:55:29Z</dcterms:created>
  <dcterms:modified xsi:type="dcterms:W3CDTF">2026-09-15T06:55:29Z</dcterms:modified>
</cp:coreProperties>
</file>