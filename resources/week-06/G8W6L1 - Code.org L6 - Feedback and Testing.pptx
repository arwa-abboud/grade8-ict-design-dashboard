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GRADE 8 ICT/DESIGN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6: Feedback and Testing (Code.org)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8 - ICT/Design   •   Term 1, Week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Categorize and prioritize user feedback.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Improve a screen design based on that feedback.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Feedback is sorted into clear, labeled categories.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improved screen clearly responds to one category of feedback.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Academic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Specific, useful comments from someone else about how well something is working.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5464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Prioritize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Deciding what to work on first based on what matters most.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Specific, useful comments from someone else about how well something is working.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Specific; about how something works; from someone else.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"This button is hard to find because it's the same color as the background."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 vague comment like "looks cool."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spirit of continuous improvement: government and business services in the UAE are regularly redesigned based on user feedback. Today you use that same process to improve an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Journal: A Hard-to-Use App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Think of an app that was hard to use.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 exactly didn't you like? How could it be improved?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I Do: From Feedback to Change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Designers turn what users say into changes to the screen.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Today: feedback from users of the Txt Ur Grndkdz app from Lesson 5.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Sort it, choose what matters most, then improve one screen.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Sort the Feedback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In groups of 2-3, sort the Prototype Feedback slips into categories of similar problems.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Justify each category: 'We grouped these because...'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Choose the category that matters most: 'This matters most because...'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Improve a Screen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Propose improvements linked to your top category.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Redesign one screen on the Improve a Screen activity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Code.org activity: Improve a Screen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hot_l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Exit Ticket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Which piece of feedback did your group decide NOT to act on, and why?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