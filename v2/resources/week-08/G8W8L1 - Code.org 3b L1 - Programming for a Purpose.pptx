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GRADE 8 ICT/DESIGN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1: Programming for a Purpose (Code.org 3b)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8 - ICT/Design   •   Term 1, Week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Match animations and games to the needs of users.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Plan a design for a user with the problem-solving process.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design is matched to a user with a clear reason.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My own design shows who it is for and what it does.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Problem-Solving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Steps for working through a problem: define, prepare, try and reflect.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Game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Code.org tool where we write code to make drawings, animations and games.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Problem-Solving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Steps for working through a problem: define, prepare, try and reflect.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cycle you can repeat; you plan before you build and test after.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Define who the game is for, sketch a plan, build it, then improve it after testing.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Starting to code with no plan and never testing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32404" y="2779776"/>
            <a:ext cx="2679191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2404" y="2779776"/>
            <a:ext cx="2679191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PROBLEM-SOLVING 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value of considering others: good designers start with the person they are designing for, the way UAE public services are designed to include people of determination. Today every design starts with a user.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Warm Up: Word Search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Complete the Problem Solving Word Search.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Which steps of the problem-solving process can you remember?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I Do: A New Unit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New unit: Interactive Animations and Games, built in Game Lab.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Every project follows the problem-solving process: define, prepare, try, reflect.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Who Is This Game For?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Look at different animations and games.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Match each one to a user and give a reason: 'This suits ___ because ___.'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Design for a User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Complete Animation and Game Design for Users.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Choose a user and sketch a design for them on the Design Template.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Code.org activity: Animation and Game Design for Users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8w8l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Exit Ticket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Which part of your design was decided by your user's needs?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