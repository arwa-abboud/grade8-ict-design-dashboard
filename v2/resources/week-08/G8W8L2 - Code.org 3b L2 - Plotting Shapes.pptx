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GRADE 8 ICT/DESIGN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2: Plotting Shapes (Code.org 3b)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8 - ICT/Design   •   Term 1, Week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Describe where shapes go using the Game Lab coordinate grid.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can find a point on the grid from its x and y values.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My instructions include position, size, color and order.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Coordinate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A pair of numbers (x, y) that gives an exact position on the screen.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Coordinate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grid of x and y positions used to place things on the Game Lab screen (400 by 400).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Coordinate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pair of numbers (x, y) that gives an exact position on the screen.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x goes across, y goes down; (0, 0) is the top-left corner of Game Lab.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(200, 200) is the middle of the 400 by 400 Game Lab screen.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'Put it somewhere near the top' (not exact).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0" y="2779776"/>
            <a:ext cx="137160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779776"/>
            <a:ext cx="1371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COORDINATE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heritage of geometric design: the patterns in mosques and traditional buildings across the UAE rely on exact shapes and positions. A computer needs the same precision to draw.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Draw What I Say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One partner describes a simple drawing, the other draws it without looking.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made it hard to get right?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I Do: The Coordinate Grid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Game Lab screen is 400 by 400.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x goes across, y goes down, and (0, 0) is the top-left corner.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A computer needs position, size, color and order for every shape.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Plot Together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Find (200, 200), (50, 350) and (350, 50) on the grid together.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Describe one shape as a class: 'A red circle at x 100, y 100, width 50.'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Drawing Shapes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With a partner: one describes, one draws, then swap Version A and B.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Compare drawings: what made your instructions clear?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Code.org activity: Drawing Shapes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8w8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 Ticket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Where is the point (200, 200) on the Game Lab grid?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