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GRADE 8 ICT/DESIGN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4: Shapes and Parameters (Code.org 3b)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8 - ICT/Design   •   Term 1, Week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parameters to control the position, size and appearance of shapes.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can explain what each parameter controls.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Changing parameters improved my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Extra information given to a command to customize it, such as a shape's x, y, width and height.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command that fills the whole screen with one color.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Parameter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Extra information given to a command to customize it, such as a shape's x, y, width and height.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Goes inside the brackets; separated by commas; order matters.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ellipse(200, 150, 120, 80): x 200, y 150, width 120, height 80.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command name itself, like ellipse.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PARAMETER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architecture and precision: landmarks like the Burj Khalifa depend on exact sizes and positions. Parameters let you give the computer exact sizes and positions too.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Same Shape, Different Size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Look at two ellipses of different sizes.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extra information did the computer need to draw them?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1076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Parameters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ellipse(x, y, width, height): four parameters, in that order.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background() fills the whole screen.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433571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each number is a parameter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726179"/>
            <a:ext cx="5760720" cy="708659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799331"/>
            <a:ext cx="5541264" cy="5989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background("lightblue");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rect(50, 300, 300, 50);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ellipse(200, 150, 120, 80);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Frayer and Labels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Complete the Frayer Model for Parameter together.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Label each number in ellipse(200, 150, 120, 80): which is x, y, width, height?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Geometric Scene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Complete the Game Lab levels.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Create a geometric scene, then label what each parameter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Code.org Game Lab example: sizes set with parameters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q_l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Formative Check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Submit your annotated code: label what each parameter controls.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