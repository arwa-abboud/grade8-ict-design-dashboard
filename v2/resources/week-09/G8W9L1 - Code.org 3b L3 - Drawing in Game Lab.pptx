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3: Drawing in Game Lab (Code.org 3b)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ordered code commands to draw shapes in Game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My shapes appear in the right place and order.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found and fixed at least one bug.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order in which commands run; later shapes are drawn on top of earlier 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An algorithm that has been coded into something that can be run by a machine.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Part of a program that does not work correctly.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55464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Debugging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Finding and fixing problems in an algorithm or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order in which commands run; later shapes are drawn on top of earlier 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 matters; the computer runs commands from top to bottom.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Drawing the face ellipse first, then the eyes on top of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Drawing the eyes first, so the face covers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SEQUENCE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National Programme for Coders: the UAE is building a large community of programmers to shape its digital future. Today you write your first drawing code in Game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Tell a Computer to Draw a Face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How could you tell a computer to draw a face?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order would you draw the parts in, and why?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1947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Meet Game Lab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Watch the Drawing in Game Lab video and tour the workspace.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rect() draws a rectangle, ellipse() an oval, fill() sets the color.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27355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shapes drawn in order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566159"/>
            <a:ext cx="5760720" cy="86868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639311"/>
            <a:ext cx="554126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fill("yellow");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ellipse(200, 200, 150, 150);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fill("black");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rect(160, 170, 20, 20);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Predict, Then Run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Read a short program and predict the drawing.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Run it: were you right? What would change if we swapped two lines?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Code a Picture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Complete the Game Lab levels.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Code a picture with at least three shapes and fill() colors; fix any bugs.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Code.org Game Lab example: a face drawn with shapes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q_l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Show Your Picture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Screenshot your picture with at least three shapes.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Tell a partner about one bug you fixed.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